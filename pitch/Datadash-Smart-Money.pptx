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Datadash tracks every Polymarket wallet. This agent turns what the most profitable ones do into signals any OKX agent can subscribe to and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trade is on-chain, so the information is free. What's missing is attention, judgment about which trades matter, and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Trigger: Datadash signalScore, per trader and position. Confirmation: Datadash globalSmartMoney over top-500 wallets only. Consensus alone repeats the same markets for weeks with no entry price; one trader alone can be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signal from pnpm preview on 2026-09-23. The last line describes what the subscriber's agent does next when copy-trading is on; no order had been placed when this deck was made. In the demo we run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resident program calls onchainos agent subscribe-active and agent deliver. Datadash never holds funds or places trades; copy-trading is off unless each subscriber turns it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Several traders on one outcome become one signal; markets where top traders hold both sides are skipped. Every threshold is a setting.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pnpm backtest. As delivered with caps: 3,782 resolved, 64.9% hit rate, +4.4% ± 1.4% per signal, max drawdown $2,327. Before caps: 6,264 resolved, +2.1% ± 1.1%. Entries at 0.10 to 0.30 lost 20.8%.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Plus: a health file after every round, and webhook alerts when rounds fail or a subscription waits too long for acceptance.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OKX blocks a price of 0 on subscriptions, so the free tier lives on A2MCP. Pro becomes a second service on the same identity once Standard has a track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screens: the buyer (Claude Code with Onchain OS and a funded Agentic Wallet) and the provider server running pnpm start. Full script in DEMO.md.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backtest showed most historical signals were sports bets settling within hours; a category filter is the first product change to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Signals are information, not financial advice. Copy-trading is off unless each subscriber turns it on.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35240" y="-32004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32004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89720" y="-3200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-3200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21440" y="-3200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35240" y="4572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0" y="4572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89720" y="45720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66960" y="4572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4572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21440" y="4572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35240" y="123444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23444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89720" y="12344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66960" y="12344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12344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21440" y="12344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35240" y="20116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0" y="201168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966960" y="20116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521440" y="20116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35240" y="278892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0" y="278892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89720" y="278892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66960" y="278892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744200" y="278892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521440" y="278892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35240" y="356616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66960" y="35661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744200" y="356616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35240" y="43434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412480" y="434340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89720" y="434340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966960" y="43434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744200" y="43434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521440" y="434340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35240" y="51206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412480" y="51206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89720" y="51206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66960" y="512064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744200" y="51206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521440" y="51206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35240" y="589788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12480" y="58978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89720" y="58978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966960" y="58978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744200" y="58978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521440" y="589788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pic>
        <p:nvPicPr>
          <p:cNvPr id="50" name="Image 0" descr="/Users/arpit/Desktop/datadash/okx-smart-money-agent/listing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502920" cy="50292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1371600" y="6400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Polymarket Analytics</a:t>
            </a:r>
            <a:endParaRPr lang="en-US" sz="2200" dirty="0"/>
          </a:p>
        </p:txBody>
      </p:sp>
      <p:sp>
        <p:nvSpPr>
          <p:cNvPr id="52" name="Text 49"/>
          <p:cNvSpPr txBox="1"/>
          <p:nvPr/>
        </p:nvSpPr>
        <p:spPr>
          <a:xfrm>
            <a:off x="731520" y="1783080"/>
            <a:ext cx="6675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Polymarket's best traders from any OKX agent.</a:t>
            </a:r>
            <a:endParaRPr lang="en-US" sz="5000" dirty="0"/>
          </a:p>
        </p:txBody>
      </p:sp>
      <p:sp>
        <p:nvSpPr>
          <p:cNvPr id="53" name="Text 50"/>
          <p:cNvSpPr txBox="1"/>
          <p:nvPr/>
        </p:nvSpPr>
        <p:spPr>
          <a:xfrm>
            <a:off x="731520" y="46177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Smart-money signals on OKX.AI: Datadash finds the trades, OKX runs the subscription, the payment and the execution.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731520" y="5760720"/>
            <a:ext cx="3749040" cy="457200"/>
          </a:xfrm>
          <a:prstGeom prst="roundRect">
            <a:avLst>
              <a:gd name="adj" fmla="val 50000"/>
            </a:avLst>
          </a:prstGeom>
          <a:solidFill>
            <a:srgbClr val="0E0C1F"/>
          </a:solidFill>
          <a:ln w="15875">
            <a:solidFill>
              <a:srgbClr val="7653F6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31520" y="57607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Dev Day 2026  ·  Build a Company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THE PROBLEM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Polymarket's best traders are public.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Acting on them isn't.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9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3434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wallets to watch, around the clock, across every market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27432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43434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whale can be wrong, hedged elsewhere, or already on the way out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27432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3¢</a:t>
            </a:r>
            <a:endParaRPr lang="en-US" sz="96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3434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drift can erase a copied trade's edge. We stop chasing there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31520" y="5623560"/>
            <a:ext cx="10744200" cy="640080"/>
          </a:xfrm>
          <a:prstGeom prst="roundRect">
            <a:avLst>
              <a:gd name="adj" fmla="val 20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56235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already scores every Polymarket wallet. This agent turns that into signals any OKX agent can act on.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THE IDEA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trader bets big. The smart money agrees.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 the signal.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3611880" cy="342900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92608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310896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5156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1330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unusually big bet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Datadash's 1,000 top-scoring positions, from any wallet, 3x+ its usual size. Gives the moment, the price and the size.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709160" y="2606040"/>
            <a:ext cx="3611880" cy="342900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29200" y="292608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310896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02920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029200" y="41330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money agrees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502920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500 most profitable traders put 60%+ of their money on the same side: $10K+, 3+ wallets.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343400" y="38404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0" y="38404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4000" dirty="0"/>
          </a:p>
        </p:txBody>
      </p:sp>
      <p:sp>
        <p:nvSpPr>
          <p:cNvPr id="22" name="Shape 18"/>
          <p:cNvSpPr/>
          <p:nvPr/>
        </p:nvSpPr>
        <p:spPr>
          <a:xfrm>
            <a:off x="8686800" y="2606040"/>
            <a:ext cx="2788920" cy="3429000"/>
          </a:xfrm>
          <a:prstGeom prst="roundRect">
            <a:avLst>
              <a:gd name="adj" fmla="val 4590"/>
            </a:avLst>
          </a:prstGeom>
          <a:solidFill>
            <a:srgbClr val="241E4D"/>
          </a:solidFill>
          <a:ln w="25400">
            <a:solidFill>
              <a:srgbClr val="2EE6A6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2971800"/>
            <a:ext cx="548640" cy="54864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9006840" y="3840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006840" y="413308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limit order any OKX agent can copy</a:t>
            </a:r>
            <a:endParaRPr lang="en-US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9006840" y="5257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for 2 hours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THE PRODUCT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lands in the subscriber's agent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011680"/>
            <a:ext cx="7040880" cy="4023360"/>
          </a:xfrm>
          <a:prstGeom prst="roundRect">
            <a:avLst>
              <a:gd name="adj" fmla="val 3182"/>
            </a:avLst>
          </a:prstGeom>
          <a:solidFill>
            <a:srgbClr val="1A1638"/>
          </a:solidFill>
          <a:ln w="12700">
            <a:solidFill>
              <a:srgbClr val="322B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0664" y="2020824"/>
            <a:ext cx="7022592" cy="18288"/>
          </a:xfrm>
          <a:prstGeom prst="rect">
            <a:avLst/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2240280"/>
            <a:ext cx="146304" cy="14630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61872" y="2240280"/>
            <a:ext cx="146304" cy="14630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17904" y="2240280"/>
            <a:ext cx="146304" cy="14630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74520" y="215798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8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subscriber's agent  ·  okx-ai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2606040"/>
            <a:ext cx="7040880" cy="0"/>
          </a:xfrm>
          <a:prstGeom prst="line">
            <a:avLst/>
          </a:prstGeom>
          <a:noFill/>
          <a:ln w="12700">
            <a:solidFill>
              <a:srgbClr val="322B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2834640"/>
            <a:ext cx="6446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E88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OKX.AI · Polymarket Smart Money Signals · new signal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2EE6A6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【</a:t>
            </a:r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EE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Prediction</a:t>
            </a:r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2EE6A6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】</a:t>
            </a:r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"Will Benjamin Netanyahu be the next Prime Minister of Israel?" | NO | Limit | Order Price 0.73 | Position 2% | Settlement 2026-10-27 | Valid for 2h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E88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copy-trading on · $5 per order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A79CF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→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A79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copy-trading: limit order NO at 0.73 or less, your amount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FIRED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4231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#120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24231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 rank, all-time PnL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92424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3.9x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10104120" y="3392424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usual bet size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3616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10104120" y="436168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top-500 money on NO, 16 wallets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5330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+37%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10104120" y="533095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payout if right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HOW IT WORKS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finds the trades.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runs everything else.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834640"/>
            <a:ext cx="457200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6596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73152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Polymarket wallet, scored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97180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2834640"/>
            <a:ext cx="457200" cy="4572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20624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16" name="Text 12"/>
          <p:cNvSpPr txBox="1"/>
          <p:nvPr/>
        </p:nvSpPr>
        <p:spPr>
          <a:xfrm>
            <a:off x="297180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program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297180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every 2 minutes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21208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834640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44652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21" name="Text 16"/>
          <p:cNvSpPr txBox="1"/>
          <p:nvPr/>
        </p:nvSpPr>
        <p:spPr>
          <a:xfrm>
            <a:off x="521208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OKX.AI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521208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Subscription, fee and escrow on X Layer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745236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2834640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868680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745236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Subscriber's agent</a:t>
            </a:r>
            <a:endParaRPr lang="en-US" sz="1700" dirty="0"/>
          </a:p>
        </p:txBody>
      </p:sp>
      <p:sp>
        <p:nvSpPr>
          <p:cNvPr id="27" name="Text 21"/>
          <p:cNvSpPr txBox="1"/>
          <p:nvPr/>
        </p:nvSpPr>
        <p:spPr>
          <a:xfrm>
            <a:off x="745236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Copies with the amount they chose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969264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2680" y="2834640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69264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69264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 order from their own wallet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731520" y="5166360"/>
            <a:ext cx="4160520" cy="960120"/>
          </a:xfrm>
          <a:prstGeom prst="roundRect">
            <a:avLst>
              <a:gd name="adj" fmla="val 13333"/>
            </a:avLst>
          </a:prstGeom>
          <a:solidFill>
            <a:srgbClr val="1A1638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100584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1005840" y="55961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trades are worth following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5212080" y="5166360"/>
            <a:ext cx="6263640" cy="960120"/>
          </a:xfrm>
          <a:prstGeom prst="roundRect">
            <a:avLst>
              <a:gd name="adj" fmla="val 13333"/>
            </a:avLst>
          </a:prstGeom>
          <a:solidFill>
            <a:srgbClr val="1A1638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48640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RAILS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5486400" y="559612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Wallet · OKX.AI subscriptions · Polymarket plugin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THE RULES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filters. Most big bets never make it.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1965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965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1,000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965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 by Datadash score, any wallet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61688" y="1965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36008" y="1965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10528" y="1965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signal score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91856" y="1965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6176" y="1965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3x+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0140696" y="1965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trader's usual bet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108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3108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$5K+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3108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their money behind 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61688" y="3108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3108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10–85¢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510528" y="3108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price: about +16% or more if right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991856" y="3108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66176" y="3108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+3¢ / −10¢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10140696" y="3108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vs. their entry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4251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days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251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 the trader last bought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361688" y="4251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36008" y="4251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1–120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6510528" y="4251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until the market ends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991856" y="4251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6176" y="4251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10140696" y="4251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top-500 money on the same side, $10K+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31520" y="5577840"/>
            <a:ext cx="3474720" cy="502920"/>
          </a:xfrm>
          <a:prstGeom prst="roundRect">
            <a:avLst>
              <a:gd name="adj" fmla="val 49091"/>
            </a:avLst>
          </a:prstGeom>
          <a:solidFill>
            <a:srgbClr val="0E0C1F"/>
          </a:solidFill>
          <a:ln w="15875">
            <a:solidFill>
              <a:srgbClr val="322B6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5577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new signals per round, strongest first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361688" y="5577840"/>
            <a:ext cx="3474720" cy="502920"/>
          </a:xfrm>
          <a:prstGeom prst="roundRect">
            <a:avLst>
              <a:gd name="adj" fmla="val 49091"/>
            </a:avLst>
          </a:prstGeom>
          <a:solidFill>
            <a:srgbClr val="0E0C1F"/>
          </a:solidFill>
          <a:ln w="15875">
            <a:solidFill>
              <a:srgbClr val="322B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61688" y="5577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live signal per event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991856" y="5577840"/>
            <a:ext cx="3474720" cy="502920"/>
          </a:xfrm>
          <a:prstGeom prst="roundRect">
            <a:avLst>
              <a:gd name="adj" fmla="val 49091"/>
            </a:avLst>
          </a:prstGeom>
          <a:solidFill>
            <a:srgbClr val="0E0C1F"/>
          </a:solidFill>
          <a:ln w="15875">
            <a:solidFill>
              <a:srgbClr val="322B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991856" y="5577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live signal per trader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THE EVIDENCE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 days replayed: a thin edge, mostly sports.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2E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+$16.7K</a:t>
            </a:r>
            <a:endParaRPr lang="en-US" sz="8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4290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backtest, not a promise: 3,782 settled signals at $100 each, March to September 2026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251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64.9%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846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4251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+4.4%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4846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signal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4251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$2.3K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4846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drawdown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92240" y="2011680"/>
            <a:ext cx="5212080" cy="342900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20840" y="2148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return by time to settle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720840" y="4663440"/>
            <a:ext cx="4754880" cy="0"/>
          </a:xfrm>
          <a:prstGeom prst="line">
            <a:avLst/>
          </a:prstGeom>
          <a:noFill/>
          <a:ln w="12700">
            <a:solidFill>
              <a:srgbClr val="322B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03720" y="2935224"/>
            <a:ext cx="548640" cy="1728216"/>
          </a:xfrm>
          <a:prstGeom prst="rect">
            <a:avLst/>
          </a:prstGeom>
          <a:solidFill>
            <a:srgbClr val="2EE6A6"/>
          </a:solidFill>
          <a:ln w="12700">
            <a:solidFill>
              <a:srgbClr val="2EE6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0840" y="26151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+6.3%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08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18120" y="4663440"/>
            <a:ext cx="548640" cy="82296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3524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352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2–6h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732520" y="4334256"/>
            <a:ext cx="548640" cy="329184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49640" y="40142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+1.2%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5496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6–24h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646920" y="4087368"/>
            <a:ext cx="548640" cy="57607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464040" y="3767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+2.1%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4640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1–7d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561320" y="3813048"/>
            <a:ext cx="548640" cy="85039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378440" y="34930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+3.1%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03784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&gt;7d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623560"/>
            <a:ext cx="10744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limits: wallet ranks are today's (look-ahead bias) · 93% sports, most settling within hours · the score and smart-money check can't be replayed · signals taking a day or more: +2.4% ± 2.9%. The live track record is the real test.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TRUST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rule answers something we saw.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8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SAW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AGENT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377440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3774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wallet drove 4 of 13 signals</a:t>
            </a:r>
            <a:endParaRPr lang="en-US" sz="17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596896"/>
            <a:ext cx="237744" cy="21945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355080" y="2377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live signal per event and per trader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31520" y="3163824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163824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lone whale can be wrong or hedged</a:t>
            </a:r>
            <a:endParaRPr lang="en-US" sz="17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3383280"/>
            <a:ext cx="237744" cy="21945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355080" y="3163824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Smart-money consensus must agree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731520" y="3950208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05840" y="3950208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traders were already losing badly</a:t>
            </a:r>
            <a:endParaRPr lang="en-US" sz="17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4169664"/>
            <a:ext cx="237744" cy="21945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55080" y="395020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prices 10¢+ below their entry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731520" y="4736592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1005840" y="473659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holdings and sells looked like news</a:t>
            </a:r>
            <a:endParaRPr lang="en-US" sz="17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4956048"/>
            <a:ext cx="237744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355080" y="473659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trader must have bought within 7 days</a:t>
            </a:r>
            <a:endParaRPr lang="en-US" sz="1700" dirty="0"/>
          </a:p>
        </p:txBody>
      </p:sp>
      <p:sp>
        <p:nvSpPr>
          <p:cNvPr id="26" name="Shape 20"/>
          <p:cNvSpPr/>
          <p:nvPr/>
        </p:nvSpPr>
        <p:spPr>
          <a:xfrm>
            <a:off x="731520" y="5522976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1005840" y="5522976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Subscribers can't verify claims</a:t>
            </a:r>
            <a:endParaRPr lang="en-US" sz="17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5742432"/>
            <a:ext cx="237744" cy="2194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355080" y="5522976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signal sent is scored once it settles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BUSINESS MODEL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data pulls agents in. Signals pay.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011680"/>
            <a:ext cx="3429000" cy="420624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611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A2MCP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25196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Datadash's MCP tools, any agent can call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money, scores, wallets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the data before paying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61688" y="2011680"/>
            <a:ext cx="3429000" cy="4206240"/>
          </a:xfrm>
          <a:prstGeom prst="roundRect">
            <a:avLst>
              <a:gd name="adj" fmla="val 3733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81728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36208" y="230428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6208" y="230428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624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AGENT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681728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USDT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4681728" y="3611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month, 3-day trial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681728" y="425196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Scanned every 2 minutes, signals as they qualify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Copy-trading through your own agent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record of every signal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991856" y="2011680"/>
            <a:ext cx="3429000" cy="420624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11896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866376" y="230428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0E0C1F"/>
          </a:solidFill>
          <a:ln w="12700">
            <a:solidFill>
              <a:srgbClr val="8E88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66376" y="230428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E8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311896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USDT</a:t>
            </a:r>
            <a:endParaRPr lang="en-US" sz="4400" dirty="0"/>
          </a:p>
        </p:txBody>
      </p:sp>
      <p:sp>
        <p:nvSpPr>
          <p:cNvPr id="25" name="Text 23"/>
          <p:cNvSpPr txBox="1"/>
          <p:nvPr/>
        </p:nvSpPr>
        <p:spPr>
          <a:xfrm>
            <a:off x="8311896" y="3611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11896" y="425196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30-second scans, no cap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trader lists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filters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DEMO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search to a limit order in 3 minutes.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280160" y="2743200"/>
            <a:ext cx="9144000" cy="0"/>
          </a:xfrm>
          <a:prstGeom prst="line">
            <a:avLst/>
          </a:prstGeom>
          <a:noFill/>
          <a:ln w="25400">
            <a:solidFill>
              <a:srgbClr val="322B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"Find a Polymarket smart money signal service on OKX.AI"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97180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7180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trial, copy-trading on, $5 per order. Escrow on X Layer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21208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1208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logs: new signal, delivered. It lands on the buyer's screen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5236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5236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buyer's agent places the $5 limit order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69264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9264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transaction on Polygonscan, the position on Polymarket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31520" y="5486400"/>
            <a:ext cx="10744200" cy="685800"/>
          </a:xfrm>
          <a:prstGeom prst="roundRect">
            <a:avLst>
              <a:gd name="adj" fmla="val 1866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5840" y="54864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didn't fill? By design: the limit is capped at 3¢ over what the top traders paid, so subscribers never chase.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WHAT'S NEXT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grows.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256032" cy="2560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029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624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list on OKX.AI (review pending)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+ smart-money confirmation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Backtest done; track record starts with the first signal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61688" y="2103120"/>
            <a:ext cx="256032" cy="2560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029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61688" y="269748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tier on the same identity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61688" y="379476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filters, starting with in-play sports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61688" y="489204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Thresholds tuned on the live record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991856" y="2103120"/>
            <a:ext cx="256032" cy="2560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03336" y="2029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91856" y="269748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66176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prediction market Datadash indexes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91856" y="379476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66176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 the Datadash score as an API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91856" y="489204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66176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for other agent marketplaces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402336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402336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7180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49040" y="402336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0352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402336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402336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35240" y="402336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89720" y="402336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66960" y="402336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21440" y="402336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-914400" y="480060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-137160" y="480060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1732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480060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49040" y="48006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48006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8076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0" y="480060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0" y="48006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48006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66960" y="48006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74420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521440" y="480060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-13716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94560" y="557784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49040" y="55778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26280" y="55778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0" y="55778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8076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5800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35240" y="557784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1248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557784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966960" y="55778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74420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521440" y="55778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0080" y="635508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417320" y="635508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94560" y="63550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971800" y="63550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49040" y="63550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26280" y="635508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80760" y="63550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63550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635240" y="63550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412480" y="63550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89720" y="63550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966960" y="635508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744200" y="635508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pic>
        <p:nvPicPr>
          <p:cNvPr id="62" name="Image 0" descr="/Users/arpit/Desktop/datadash/okx-smart-money-agent/listing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502920" cy="502920"/>
          </a:xfrm>
          <a:prstGeom prst="rect">
            <a:avLst/>
          </a:prstGeom>
        </p:spPr>
      </p:pic>
      <p:sp>
        <p:nvSpPr>
          <p:cNvPr id="63" name="Text 60"/>
          <p:cNvSpPr txBox="1"/>
          <p:nvPr/>
        </p:nvSpPr>
        <p:spPr>
          <a:xfrm>
            <a:off x="1371600" y="6400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Polymarket Analytics</a:t>
            </a:r>
            <a:endParaRPr lang="en-US" sz="2200" dirty="0"/>
          </a:p>
        </p:txBody>
      </p:sp>
      <p:sp>
        <p:nvSpPr>
          <p:cNvPr id="64" name="Text 61"/>
          <p:cNvSpPr txBox="1"/>
          <p:nvPr/>
        </p:nvSpPr>
        <p:spPr>
          <a:xfrm>
            <a:off x="731520" y="14630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finds the trades.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runs everything else.</a:t>
            </a:r>
            <a:endParaRPr lang="en-US" sz="4800" dirty="0"/>
          </a:p>
        </p:txBody>
      </p:sp>
      <p:sp>
        <p:nvSpPr>
          <p:cNvPr id="65" name="Text 62"/>
          <p:cNvSpPr txBox="1"/>
          <p:nvPr/>
        </p:nvSpPr>
        <p:spPr>
          <a:xfrm>
            <a:off x="731520" y="3291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Polymarket's best traders from any OKX agent.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Datadash Polymarket Analytics on OKX.AI</dc:title>
  <dc:subject>PptxGenJS Presentation</dc:subject>
  <dc:creator>PptxGenJS</dc:creator>
  <cp:lastModifiedBy>PptxGenJS</cp:lastModifiedBy>
  <cp:revision>1</cp:revision>
  <dcterms:created xsi:type="dcterms:W3CDTF">2026-09-23T19:25:04Z</dcterms:created>
  <dcterms:modified xsi:type="dcterms:W3CDTF">2026-09-23T19:25:04Z</dcterms:modified>
</cp:coreProperties>
</file>